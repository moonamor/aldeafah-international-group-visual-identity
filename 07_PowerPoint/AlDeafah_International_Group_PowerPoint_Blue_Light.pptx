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32e0d28-be66-cd56-1024-65577ea54b56}">
          <p14:sldIdLst>
            <p14:sldId id="256"/>
            <p14:sldId id="257"/>
          </p14:sldIdLst>
        </p14:section>
        <p14:section name="Who we are" id="{7c07e18b-6210-27fb-c716-5d7bddd4d4ed}">
          <p14:sldIdLst>
            <p14:sldId id="258"/>
            <p14:sldId id="259"/>
            <p14:sldId id="260"/>
          </p14:sldIdLst>
        </p14:section>
        <p14:section name="Performance" id="{19550e66-146b-5c40-9614-6cbe7e57cabf}">
          <p14:sldIdLst>
            <p14:sldId id="261"/>
            <p14:sldId id="262"/>
            <p14:sldId id="263"/>
          </p14:sldIdLst>
        </p14:section>
        <p14:section name="Voices" id="{6c2bc996-9a3c-ad7c-f116-269c449a1c6d}">
          <p14:sldIdLst>
            <p14:sldId id="264"/>
            <p14:sldId id="265"/>
          </p14:sldIdLst>
        </p14:section>
        <p14:section name="Details" id="{f9526358-72ea-a3a3-bcca-d63fd2cb2934}">
          <p14:sldIdLst>
            <p14:sldId id="266"/>
            <p14:sldId id="267"/>
            <p14:sldId id="268"/>
          </p14:sldIdLst>
        </p14:section>
        <p14:section name="Arabic" id="{ccfb3bef-fe71-db40-c926-e7a1b7d9d3bf}">
          <p14:sldIdLst>
            <p14:sldId id="269"/>
            <p14:sldId id="270"/>
          </p14:sldIdLst>
        </p14:section>
        <p14:section name="Closing" id="{899c6252-a4d1-ad87-c588-e1cddd35e49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0E41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8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8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blue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blue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Blue · Light">
  <a:themeElements>
    <a:clrScheme name="Al Deafah Blue · Light">
      <a:dk1>
        <a:srgbClr val="101820"/>
      </a:dk1>
      <a:lt1>
        <a:srgbClr val="FFFFFF"/>
      </a:lt1>
      <a:dk2>
        <a:srgbClr val="0E4174"/>
      </a:dk2>
      <a:lt2>
        <a:srgbClr val="F5F2EE"/>
      </a:lt2>
      <a:accent1>
        <a:srgbClr val="0E4174"/>
      </a:accent1>
      <a:accent2>
        <a:srgbClr val="008BC4"/>
      </a:accent2>
      <a:accent3>
        <a:srgbClr val="B6ADA5"/>
      </a:accent3>
      <a:accent4>
        <a:srgbClr val="D6AA42"/>
      </a:accent4>
      <a:accent5>
        <a:srgbClr val="5C5853"/>
      </a:accent5>
      <a:accent6>
        <a:srgbClr val="D29F13"/>
      </a:accent6>
      <a:hlink>
        <a:srgbClr val="0E4174"/>
      </a:hlink>
      <a:folHlink>
        <a:srgbClr val="5C5853"/>
      </a:folHlink>
    </a:clrScheme>
    <a:fontScheme name="Al Deafah Blue · Light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Blue · Light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2026-10-14T12:16:24Z</dcterms:created>
  <dcterms:modified xsi:type="dcterms:W3CDTF">2026-10-14T12:16:24Z</dcterms:modified>
</cp:coreProperties>
</file>