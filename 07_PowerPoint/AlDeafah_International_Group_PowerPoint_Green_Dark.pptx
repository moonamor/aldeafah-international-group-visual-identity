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41f0a9e-d445-f53d-0d1b-ad4ba447b33f}">
          <p14:sldIdLst>
            <p14:sldId id="256"/>
            <p14:sldId id="257"/>
          </p14:sldIdLst>
        </p14:section>
        <p14:section name="Who we are" id="{6dc8d2fd-8c31-9bab-59d8-0fca6b63623f}">
          <p14:sldIdLst>
            <p14:sldId id="258"/>
            <p14:sldId id="259"/>
            <p14:sldId id="260"/>
          </p14:sldIdLst>
        </p14:section>
        <p14:section name="Performance" id="{e5c420b7-732a-848f-462e-fa3559f012ba}">
          <p14:sldIdLst>
            <p14:sldId id="261"/>
            <p14:sldId id="262"/>
            <p14:sldId id="263"/>
          </p14:sldIdLst>
        </p14:section>
        <p14:section name="Voices" id="{66db5024-0c72-c169-265f-626d59518464}">
          <p14:sldIdLst>
            <p14:sldId id="264"/>
            <p14:sldId id="265"/>
          </p14:sldIdLst>
        </p14:section>
        <p14:section name="Details" id="{9b5410f9-7eeb-bfec-6408-5e5b4f34ab86}">
          <p14:sldIdLst>
            <p14:sldId id="266"/>
            <p14:sldId id="267"/>
            <p14:sldId id="268"/>
          </p14:sldIdLst>
        </p14:section>
        <p14:section name="Arabic" id="{c1963eaf-98f8-7f1d-1877-ca8d2d945af0}">
          <p14:sldIdLst>
            <p14:sldId id="269"/>
            <p14:sldId id="270"/>
          </p14:sldIdLst>
        </p14:section>
        <p14:section name="Closing" id="{542922b9-c1f7-edfa-789d-ba48c03f03e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8DAE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CD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CDB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322B"/>
        </a:solidFill>
        <a:ln>
          <a:noFill/>
        </a:ln>
        <a:effectLst/>
      </c:spPr>
    </c:plotArea>
    <c:plotVisOnly val="1"/>
    <c:dispBlanksAs val="span"/>
  </c:chart>
  <c:spPr>
    <a:solidFill>
      <a:srgbClr val="1332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green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green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DB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Green · Dark">
  <a:themeElements>
    <a:clrScheme name="Al Deafah Green · Dark">
      <a:dk1>
        <a:srgbClr val="FFFFFF"/>
      </a:dk1>
      <a:lt1>
        <a:srgbClr val="13322B"/>
      </a:lt1>
      <a:dk2>
        <a:srgbClr val="FFFFFF"/>
      </a:dk2>
      <a:lt2>
        <a:srgbClr val="1C4238"/>
      </a:lt2>
      <a:accent1>
        <a:srgbClr val="8DAE81"/>
      </a:accent1>
      <a:accent2>
        <a:srgbClr val="D29F13"/>
      </a:accent2>
      <a:accent3>
        <a:srgbClr val="B6ADA5"/>
      </a:accent3>
      <a:accent4>
        <a:srgbClr val="D6AA42"/>
      </a:accent4>
      <a:accent5>
        <a:srgbClr val="B9CDB4"/>
      </a:accent5>
      <a:accent6>
        <a:srgbClr val="D29F13"/>
      </a:accent6>
      <a:hlink>
        <a:srgbClr val="8DAE81"/>
      </a:hlink>
      <a:folHlink>
        <a:srgbClr val="B9CDB4"/>
      </a:folHlink>
    </a:clrScheme>
    <a:fontScheme name="Al Deafah Green · Dark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Green · Dark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2026-10-14T12:16:23Z</dcterms:created>
  <dcterms:modified xsi:type="dcterms:W3CDTF">2026-10-14T12:16:23Z</dcterms:modified>
</cp:coreProperties>
</file>