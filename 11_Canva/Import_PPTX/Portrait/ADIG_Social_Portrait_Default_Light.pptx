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1080x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304800"/>
            <a:ext cx="11109960" cy="8229600"/>
          </a:xfrm>
          <a:prstGeom prst="rect">
            <a:avLst/>
          </a:prstGeom>
        </p:spPr>
      </p:pic>
      <p:pic>
        <p:nvPicPr>
          <p:cNvPr id="4" name="Image 1" descr="gradv_1080x5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667000"/>
            <a:ext cx="1110996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ADIG_Social_Portrait_Default_Light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