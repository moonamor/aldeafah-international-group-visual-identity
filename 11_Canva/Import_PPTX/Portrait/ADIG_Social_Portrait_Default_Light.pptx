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6858000" cy="8572500"/>
  <p:notesSz cx="85725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8572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858000" cy="5080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4" name="Image 0" descr="/home/claude/adig/pkg/Canva_Upload_Pack/01_Logo_PNG/AlDeafah-International-Group-NEG-CMYK@4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4673" y="457200"/>
            <a:ext cx="1406127" cy="1143000"/>
          </a:xfrm>
          <a:prstGeom prst="rect">
            <a:avLst/>
          </a:prstGeom>
        </p:spPr>
      </p:pic>
      <p:pic>
        <p:nvPicPr>
          <p:cNvPr id="5" name="Image 1" descr="/home/claude/adig/pkg/Canva_Import/_assets/col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52400"/>
            <a:ext cx="897770" cy="4554409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74800" y="1905000"/>
            <a:ext cx="482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1574800" y="2235200"/>
            <a:ext cx="4826000" cy="693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3800" dirty="0"/>
          </a:p>
        </p:txBody>
      </p:sp>
      <p:sp>
        <p:nvSpPr>
          <p:cNvPr id="8" name="Text 4"/>
          <p:cNvSpPr txBox="1"/>
          <p:nvPr/>
        </p:nvSpPr>
        <p:spPr>
          <a:xfrm>
            <a:off x="1574800" y="2879090"/>
            <a:ext cx="482600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3000" dirty="0"/>
          </a:p>
        </p:txBody>
      </p:sp>
      <p:sp>
        <p:nvSpPr>
          <p:cNvPr id="9" name="Shape 5"/>
          <p:cNvSpPr/>
          <p:nvPr/>
        </p:nvSpPr>
        <p:spPr>
          <a:xfrm>
            <a:off x="5638800" y="3495040"/>
            <a:ext cx="762000" cy="254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7200" y="5524500"/>
            <a:ext cx="3886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4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1400" dirty="0"/>
          </a:p>
        </p:txBody>
      </p:sp>
      <p:pic>
        <p:nvPicPr>
          <p:cNvPr id="11" name="Image 2" descr="/home/claude/adig/pkg/Canva_Import/_assets/strip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35" y="7979410"/>
            <a:ext cx="6382729" cy="44069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495800" y="5435600"/>
            <a:ext cx="1905000" cy="4064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495800" y="5549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10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57200" y="6070600"/>
            <a:ext cx="5943600" cy="6350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991100" y="6273800"/>
            <a:ext cx="1409700" cy="4064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991100" y="6375400"/>
            <a:ext cx="140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200" dirty="0"/>
          </a:p>
        </p:txBody>
      </p:sp>
      <p:sp>
        <p:nvSpPr>
          <p:cNvPr id="17" name="Shape 12"/>
          <p:cNvSpPr/>
          <p:nvPr/>
        </p:nvSpPr>
        <p:spPr>
          <a:xfrm>
            <a:off x="3479800" y="6273800"/>
            <a:ext cx="1409700" cy="4064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479800" y="6375400"/>
            <a:ext cx="140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200" dirty="0"/>
          </a:p>
        </p:txBody>
      </p:sp>
      <p:sp>
        <p:nvSpPr>
          <p:cNvPr id="19" name="Shape 14"/>
          <p:cNvSpPr/>
          <p:nvPr/>
        </p:nvSpPr>
        <p:spPr>
          <a:xfrm>
            <a:off x="1968500" y="6273800"/>
            <a:ext cx="1409700" cy="4064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1968500" y="6375400"/>
            <a:ext cx="140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200" dirty="0"/>
          </a:p>
        </p:txBody>
      </p:sp>
      <p:sp>
        <p:nvSpPr>
          <p:cNvPr id="21" name="Shape 16"/>
          <p:cNvSpPr/>
          <p:nvPr/>
        </p:nvSpPr>
        <p:spPr>
          <a:xfrm>
            <a:off x="457200" y="6273800"/>
            <a:ext cx="1409700" cy="4064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57200" y="6375400"/>
            <a:ext cx="140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7661910"/>
            <a:ext cx="5943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8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8572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858000" cy="5080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4" name="Image 0" descr="/home/claude/adig/pkg/Canva_Upload_Pack/01_Logo_PNG/AlDeafah-International-Group-NEG-CMYK@4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4673" y="457200"/>
            <a:ext cx="1406127" cy="1143000"/>
          </a:xfrm>
          <a:prstGeom prst="rect">
            <a:avLst/>
          </a:prstGeom>
        </p:spPr>
      </p:pic>
      <p:pic>
        <p:nvPicPr>
          <p:cNvPr id="5" name="Image 1" descr="/home/claude/adig/pkg/Canva_Import/_assets/col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52400"/>
            <a:ext cx="897770" cy="4554409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74800" y="1828800"/>
            <a:ext cx="482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1574800" y="2133600"/>
            <a:ext cx="4826000" cy="150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950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9500" dirty="0"/>
          </a:p>
        </p:txBody>
      </p:sp>
      <p:sp>
        <p:nvSpPr>
          <p:cNvPr id="8" name="Text 4"/>
          <p:cNvSpPr txBox="1"/>
          <p:nvPr/>
        </p:nvSpPr>
        <p:spPr>
          <a:xfrm>
            <a:off x="1574800" y="3390900"/>
            <a:ext cx="4826000" cy="511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2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2800" dirty="0"/>
          </a:p>
        </p:txBody>
      </p:sp>
      <p:sp>
        <p:nvSpPr>
          <p:cNvPr id="9" name="Text 5"/>
          <p:cNvSpPr txBox="1"/>
          <p:nvPr/>
        </p:nvSpPr>
        <p:spPr>
          <a:xfrm>
            <a:off x="1574800" y="3901440"/>
            <a:ext cx="482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10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524500"/>
            <a:ext cx="3886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4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1400" dirty="0"/>
          </a:p>
        </p:txBody>
      </p:sp>
      <p:pic>
        <p:nvPicPr>
          <p:cNvPr id="11" name="Image 2" descr="/home/claude/adig/pkg/Canva_Import/_assets/strip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35" y="7979410"/>
            <a:ext cx="6382729" cy="44069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495800" y="5435600"/>
            <a:ext cx="1905000" cy="4064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495800" y="5549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10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57200" y="6070600"/>
            <a:ext cx="5943600" cy="6350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991100" y="6273800"/>
            <a:ext cx="1409700" cy="4064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991100" y="6375400"/>
            <a:ext cx="140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200" dirty="0"/>
          </a:p>
        </p:txBody>
      </p:sp>
      <p:sp>
        <p:nvSpPr>
          <p:cNvPr id="17" name="Shape 12"/>
          <p:cNvSpPr/>
          <p:nvPr/>
        </p:nvSpPr>
        <p:spPr>
          <a:xfrm>
            <a:off x="3479800" y="6273800"/>
            <a:ext cx="1409700" cy="4064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479800" y="6375400"/>
            <a:ext cx="140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200" dirty="0"/>
          </a:p>
        </p:txBody>
      </p:sp>
      <p:sp>
        <p:nvSpPr>
          <p:cNvPr id="19" name="Shape 14"/>
          <p:cNvSpPr/>
          <p:nvPr/>
        </p:nvSpPr>
        <p:spPr>
          <a:xfrm>
            <a:off x="1968500" y="6273800"/>
            <a:ext cx="1409700" cy="4064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1968500" y="6375400"/>
            <a:ext cx="140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200" dirty="0"/>
          </a:p>
        </p:txBody>
      </p:sp>
      <p:sp>
        <p:nvSpPr>
          <p:cNvPr id="21" name="Shape 16"/>
          <p:cNvSpPr/>
          <p:nvPr/>
        </p:nvSpPr>
        <p:spPr>
          <a:xfrm>
            <a:off x="457200" y="6273800"/>
            <a:ext cx="1409700" cy="4064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57200" y="6375400"/>
            <a:ext cx="140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7661910"/>
            <a:ext cx="5943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8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8572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claude/adig/pkg/Canva_Import/_assets/photo_placeho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5080000"/>
          </a:xfrm>
          <a:prstGeom prst="rect">
            <a:avLst/>
          </a:prstGeom>
        </p:spPr>
      </p:pic>
      <p:pic>
        <p:nvPicPr>
          <p:cNvPr id="4" name="Image 1" descr="/home/claude/adig/pkg/Canva_Import/_assets/grad_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78000"/>
            <a:ext cx="6858000" cy="3302000"/>
          </a:xfrm>
          <a:prstGeom prst="rect">
            <a:avLst/>
          </a:prstGeom>
        </p:spPr>
      </p:pic>
      <p:pic>
        <p:nvPicPr>
          <p:cNvPr id="5" name="Image 2" descr="/home/claude/adig/pkg/Canva_Upload_Pack/01_Logo_PNG/AlDeafah-International-Group-NEG-CMYK@4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673" y="457200"/>
            <a:ext cx="1406127" cy="1143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457200" y="309626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457200" y="3375660"/>
            <a:ext cx="5943600" cy="693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3800" dirty="0"/>
          </a:p>
        </p:txBody>
      </p:sp>
      <p:sp>
        <p:nvSpPr>
          <p:cNvPr id="8" name="Text 3"/>
          <p:cNvSpPr txBox="1"/>
          <p:nvPr/>
        </p:nvSpPr>
        <p:spPr>
          <a:xfrm>
            <a:off x="457200" y="4032250"/>
            <a:ext cx="594360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300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5524500"/>
            <a:ext cx="3886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4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1400" dirty="0"/>
          </a:p>
        </p:txBody>
      </p:sp>
      <p:pic>
        <p:nvPicPr>
          <p:cNvPr id="10" name="Image 3" descr="/home/claude/adig/pkg/Canva_Import/_assets/strip1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635" y="7979410"/>
            <a:ext cx="6382729" cy="440690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4495800" y="5435600"/>
            <a:ext cx="1905000" cy="4064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4495800" y="5549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10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100" dirty="0"/>
          </a:p>
        </p:txBody>
      </p:sp>
      <p:sp>
        <p:nvSpPr>
          <p:cNvPr id="13" name="Shape 7"/>
          <p:cNvSpPr/>
          <p:nvPr/>
        </p:nvSpPr>
        <p:spPr>
          <a:xfrm>
            <a:off x="457200" y="6070600"/>
            <a:ext cx="5943600" cy="6350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991100" y="6273800"/>
            <a:ext cx="1409700" cy="4064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4991100" y="6375400"/>
            <a:ext cx="140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200" dirty="0"/>
          </a:p>
        </p:txBody>
      </p:sp>
      <p:sp>
        <p:nvSpPr>
          <p:cNvPr id="16" name="Shape 10"/>
          <p:cNvSpPr/>
          <p:nvPr/>
        </p:nvSpPr>
        <p:spPr>
          <a:xfrm>
            <a:off x="3479800" y="6273800"/>
            <a:ext cx="1409700" cy="4064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3479800" y="6375400"/>
            <a:ext cx="140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200" dirty="0"/>
          </a:p>
        </p:txBody>
      </p:sp>
      <p:sp>
        <p:nvSpPr>
          <p:cNvPr id="18" name="Shape 12"/>
          <p:cNvSpPr/>
          <p:nvPr/>
        </p:nvSpPr>
        <p:spPr>
          <a:xfrm>
            <a:off x="1968500" y="6273800"/>
            <a:ext cx="1409700" cy="4064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1968500" y="6375400"/>
            <a:ext cx="140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6273800"/>
            <a:ext cx="1409700" cy="4064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457200" y="6375400"/>
            <a:ext cx="140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457200" y="7661910"/>
            <a:ext cx="5943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8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85725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3" name="Image 0" descr="/home/claude/adig/pkg/Canva_Upload_Pack/01_Logo_PNG/AlDeafah-International-Group-NEG-CMYK@4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7819" y="457200"/>
            <a:ext cx="1562363" cy="1270000"/>
          </a:xfrm>
          <a:prstGeom prst="rect">
            <a:avLst/>
          </a:prstGeom>
        </p:spPr>
      </p:pic>
      <p:pic>
        <p:nvPicPr>
          <p:cNvPr id="4" name="Image 1" descr="/home/claude/adig/pkg/Canva_Import/_assets/field5x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4495" y="2032000"/>
            <a:ext cx="2269010" cy="89777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285370"/>
            <a:ext cx="59436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480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48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4113410"/>
            <a:ext cx="5943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50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529335"/>
            <a:ext cx="594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300" dirty="0"/>
          </a:p>
        </p:txBody>
      </p:sp>
      <p:pic>
        <p:nvPicPr>
          <p:cNvPr id="8" name="Image 2" descr="/home/claude/adig/pkg/Canva_Import/_assets/strip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35" y="7979410"/>
            <a:ext cx="6382729" cy="44069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85725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5943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7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1700" dirty="0"/>
          </a:p>
        </p:txBody>
      </p:sp>
      <p:sp>
        <p:nvSpPr>
          <p:cNvPr id="4" name="Shape 2"/>
          <p:cNvSpPr/>
          <p:nvPr/>
        </p:nvSpPr>
        <p:spPr>
          <a:xfrm>
            <a:off x="5638800" y="901700"/>
            <a:ext cx="762000" cy="254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30300"/>
            <a:ext cx="5943600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1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95730"/>
            <a:ext cx="5943600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1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1160"/>
            <a:ext cx="5943600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1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26590"/>
            <a:ext cx="5943600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1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192020"/>
            <a:ext cx="5943600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1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457450"/>
            <a:ext cx="5943600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1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722880"/>
            <a:ext cx="5943600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1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988310"/>
            <a:ext cx="5943600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1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253740"/>
            <a:ext cx="5943600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1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19170"/>
            <a:ext cx="5943600" cy="2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1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ADIG_Social_Portrait_Default_Light</dc:title>
  <dc:subject>PptxGenJS Presentation</dc:subject>
  <dc:creator>PptxGenJS</dc:creator>
  <cp:lastModifiedBy>PptxGenJS</cp:lastModifiedBy>
  <cp:revision>1</cp:revision>
  <dcterms:created xsi:type="dcterms:W3CDTF">2026-10-14T21:24:35Z</dcterms:created>
  <dcterms:modified xsi:type="dcterms:W3CDTF">2026-10-14T21:24:35Z</dcterms:modified>
</cp:coreProperties>
</file>