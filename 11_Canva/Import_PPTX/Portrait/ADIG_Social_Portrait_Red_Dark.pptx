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857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3528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3186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242560"/>
            <a:ext cx="11430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7432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20040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50863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8521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7000"/>
            <a:ext cx="10287000" cy="49530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4644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5063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6048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1728" y="685800"/>
            <a:ext cx="2343544" cy="19050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30480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9280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1701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7940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ADIG_Social_Portrait_Red_Dark</dc:title>
  <dc:subject>PptxGenJS Presentation</dc:subject>
  <dc:creator>PptxGenJS</dc:creator>
  <cp:lastModifiedBy>PptxGenJS</cp:lastModifiedBy>
  <cp:revision>1</cp:revision>
  <dcterms:created xsi:type="dcterms:W3CDTF">2026-10-14T21:25:30Z</dcterms:created>
  <dcterms:modified xsi:type="dcterms:W3CDTF">2026-10-14T21:25:30Z</dcterms:modified>
</cp:coreProperties>
</file>