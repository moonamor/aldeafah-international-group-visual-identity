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7620000"/>
          </a:xfrm>
          <a:prstGeom prst="rect">
            <a:avLst/>
          </a:prstGeom>
          <a:solidFill>
            <a:srgbClr val="13322B"/>
          </a:solidFill>
          <a:ln w="12700">
            <a:solidFill>
              <a:srgbClr val="13322B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010" y="685800"/>
            <a:ext cx="2109190" cy="1714500"/>
          </a:xfrm>
          <a:prstGeom prst="rect">
            <a:avLst/>
          </a:prstGeom>
        </p:spPr>
      </p:pic>
      <p:pic>
        <p:nvPicPr>
          <p:cNvPr id="5" name="Image 1" descr="col1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683161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8575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352800"/>
            <a:ext cx="72390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570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4318635"/>
            <a:ext cx="72390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4500" dirty="0"/>
          </a:p>
        </p:txBody>
      </p:sp>
      <p:sp>
        <p:nvSpPr>
          <p:cNvPr id="9" name="Shape 5"/>
          <p:cNvSpPr/>
          <p:nvPr/>
        </p:nvSpPr>
        <p:spPr>
          <a:xfrm>
            <a:off x="8458200" y="5242560"/>
            <a:ext cx="1143000" cy="3810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8286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8153400"/>
            <a:ext cx="2857500" cy="60960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8324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9105900"/>
            <a:ext cx="8915400" cy="9525"/>
          </a:xfrm>
          <a:prstGeom prst="rect">
            <a:avLst/>
          </a:prstGeom>
          <a:solidFill>
            <a:srgbClr val="B6ADA5"/>
          </a:solidFill>
          <a:ln w="12700">
            <a:solidFill>
              <a:srgbClr val="B6ADA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9410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9410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9410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9410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149286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7620000"/>
          </a:xfrm>
          <a:prstGeom prst="rect">
            <a:avLst/>
          </a:prstGeom>
          <a:solidFill>
            <a:srgbClr val="13322B"/>
          </a:solidFill>
          <a:ln w="12700">
            <a:solidFill>
              <a:srgbClr val="13322B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010" y="685800"/>
            <a:ext cx="2109190" cy="1714500"/>
          </a:xfrm>
          <a:prstGeom prst="rect">
            <a:avLst/>
          </a:prstGeom>
        </p:spPr>
      </p:pic>
      <p:pic>
        <p:nvPicPr>
          <p:cNvPr id="5" name="Image 1" descr="col1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683161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7432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200400"/>
            <a:ext cx="7239000" cy="2262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14250" b="1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1425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5086350"/>
            <a:ext cx="7239000" cy="76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2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4200" dirty="0"/>
          </a:p>
        </p:txBody>
      </p:sp>
      <p:sp>
        <p:nvSpPr>
          <p:cNvPr id="9" name="Text 5"/>
          <p:cNvSpPr txBox="1"/>
          <p:nvPr/>
        </p:nvSpPr>
        <p:spPr>
          <a:xfrm>
            <a:off x="2362200" y="5852160"/>
            <a:ext cx="7239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65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8286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8153400"/>
            <a:ext cx="2857500" cy="60960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8324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9105900"/>
            <a:ext cx="8915400" cy="9525"/>
          </a:xfrm>
          <a:prstGeom prst="rect">
            <a:avLst/>
          </a:prstGeom>
          <a:solidFill>
            <a:srgbClr val="B6ADA5"/>
          </a:solidFill>
          <a:ln w="12700">
            <a:solidFill>
              <a:srgbClr val="B6ADA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9410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9410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9410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9410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149286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hoto_1080x8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11480" y="-304800"/>
            <a:ext cx="11109960" cy="8229600"/>
          </a:xfrm>
          <a:prstGeom prst="rect">
            <a:avLst/>
          </a:prstGeom>
        </p:spPr>
      </p:pic>
      <p:pic>
        <p:nvPicPr>
          <p:cNvPr id="4" name="Image 1" descr="gradv_1080x52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1480" y="2667000"/>
            <a:ext cx="11109960" cy="4953000"/>
          </a:xfrm>
          <a:prstGeom prst="rect">
            <a:avLst/>
          </a:prstGeom>
        </p:spPr>
      </p:pic>
      <p:pic>
        <p:nvPicPr>
          <p:cNvPr id="5" name="Image 2" descr="AlDeafah-International-Group-NEG-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010" y="685800"/>
            <a:ext cx="2109190" cy="17145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4644390"/>
            <a:ext cx="891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800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5063490"/>
            <a:ext cx="89154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570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6048375"/>
            <a:ext cx="89154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45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8286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2100" dirty="0"/>
          </a:p>
        </p:txBody>
      </p:sp>
      <p:pic>
        <p:nvPicPr>
          <p:cNvPr id="10" name="Image 3" descr="strip1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743700" y="8153400"/>
            <a:ext cx="2857500" cy="60960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743700" y="8324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3" name="Shape 7"/>
          <p:cNvSpPr/>
          <p:nvPr/>
        </p:nvSpPr>
        <p:spPr>
          <a:xfrm>
            <a:off x="685800" y="9105900"/>
            <a:ext cx="8915400" cy="9525"/>
          </a:xfrm>
          <a:prstGeom prst="rect">
            <a:avLst/>
          </a:prstGeom>
          <a:solidFill>
            <a:srgbClr val="B6ADA5"/>
          </a:solidFill>
          <a:ln w="12700">
            <a:solidFill>
              <a:srgbClr val="B6ADA5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486650" y="9410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4866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6" name="Shape 10"/>
          <p:cNvSpPr/>
          <p:nvPr/>
        </p:nvSpPr>
        <p:spPr>
          <a:xfrm>
            <a:off x="5219700" y="9410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2197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8" name="Shape 12"/>
          <p:cNvSpPr/>
          <p:nvPr/>
        </p:nvSpPr>
        <p:spPr>
          <a:xfrm>
            <a:off x="2952750" y="9410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29527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0" name="Shape 14"/>
          <p:cNvSpPr/>
          <p:nvPr/>
        </p:nvSpPr>
        <p:spPr>
          <a:xfrm>
            <a:off x="685800" y="9410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858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1149286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3322B"/>
          </a:solidFill>
          <a:ln w="12700">
            <a:solidFill>
              <a:srgbClr val="13322B"/>
            </a:solidFill>
            <a:prstDash val="solid"/>
          </a:ln>
        </p:spPr>
      </p:sp>
      <p:pic>
        <p:nvPicPr>
          <p:cNvPr id="3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1728" y="685800"/>
            <a:ext cx="2343544" cy="1905000"/>
          </a:xfrm>
          <a:prstGeom prst="rect">
            <a:avLst/>
          </a:prstGeom>
        </p:spPr>
      </p:pic>
      <p:pic>
        <p:nvPicPr>
          <p:cNvPr id="4" name="Image 1" descr="field5x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43" y="3048000"/>
            <a:ext cx="3403515" cy="134665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928055"/>
            <a:ext cx="89154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7200" b="1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72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170115"/>
            <a:ext cx="8915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225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225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794002"/>
            <a:ext cx="8915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95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950" dirty="0"/>
          </a:p>
        </p:txBody>
      </p:sp>
      <p:pic>
        <p:nvPicPr>
          <p:cNvPr id="8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685800"/>
            <a:ext cx="89154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8458200" y="135255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545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9359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9174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8988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8803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8617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08432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48246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88061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27875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ADIG_Social_Portrait_Green_Light</dc:title>
  <dc:subject>PptxGenJS Presentation</dc:subject>
  <dc:creator>PptxGenJS</dc:creator>
  <cp:lastModifiedBy>PptxGenJS</cp:lastModifiedBy>
  <cp:revision>1</cp:revision>
  <dcterms:created xsi:type="dcterms:W3CDTF">2026-10-14T21:28:56Z</dcterms:created>
  <dcterms:modified xsi:type="dcterms:W3CDTF">2026-10-14T21:28:56Z</dcterms:modified>
</cp:coreProperties>
</file>