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8575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3528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3186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242560"/>
            <a:ext cx="1143000" cy="381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762000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pic>
        <p:nvPicPr>
          <p:cNvPr id="5" name="Image 1" descr="col1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683161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7432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200400"/>
            <a:ext cx="7239000" cy="2262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425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4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50863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8521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11492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7620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7000"/>
            <a:ext cx="10287000" cy="49530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2010" y="685800"/>
            <a:ext cx="2109190" cy="17145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4644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063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6048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8286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8153400"/>
            <a:ext cx="2857500" cy="609600"/>
          </a:xfrm>
          <a:prstGeom prst="rect">
            <a:avLst/>
          </a:prstGeom>
          <a:solidFill>
            <a:srgbClr val="008BC4"/>
          </a:solidFill>
          <a:ln w="12700">
            <a:solidFill>
              <a:srgbClr val="008BC4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8324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9105900"/>
            <a:ext cx="8915400" cy="9525"/>
          </a:xfrm>
          <a:prstGeom prst="rect">
            <a:avLst/>
          </a:prstGeom>
          <a:solidFill>
            <a:srgbClr val="101820">
              <a:alpha val="25000"/>
            </a:srgbClr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9410700"/>
            <a:ext cx="2114550" cy="609600"/>
          </a:xfrm>
          <a:prstGeom prst="rect">
            <a:avLst/>
          </a:prstGeom>
          <a:ln w="19050">
            <a:solidFill>
              <a:srgbClr val="008BC4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9563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1149286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4174"/>
          </a:solidFill>
          <a:ln w="12700">
            <a:solidFill>
              <a:srgbClr val="0E4174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1728" y="685800"/>
            <a:ext cx="2343544" cy="19050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30480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9280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008BC4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61701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7940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1196911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ADIG_Social_Portrait_Blue_Light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