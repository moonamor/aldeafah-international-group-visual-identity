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76200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pic>
        <p:nvPicPr>
          <p:cNvPr id="5" name="Image 1" descr="col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68316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8575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35280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31863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5242560"/>
            <a:ext cx="1143000" cy="381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1492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76200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pic>
        <p:nvPicPr>
          <p:cNvPr id="5" name="Image 1" descr="col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68316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7432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200400"/>
            <a:ext cx="7239000" cy="226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425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4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508635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585216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1492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1080x8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11480" y="-304800"/>
            <a:ext cx="11109960" cy="8229600"/>
          </a:xfrm>
          <a:prstGeom prst="rect">
            <a:avLst/>
          </a:prstGeom>
        </p:spPr>
      </p:pic>
      <p:pic>
        <p:nvPicPr>
          <p:cNvPr id="4" name="Image 1" descr="gradv_1080x52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1480" y="2667000"/>
            <a:ext cx="11109960" cy="49530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464439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506349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604837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11492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1728" y="685800"/>
            <a:ext cx="2343544" cy="19050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304800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492805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17011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79400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8580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13525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545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9359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9174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988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8803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617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8432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8246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8061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7875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ADIG_Social_Portrait_Blue_Light</dc:title>
  <dc:subject>PptxGenJS Presentation</dc:subject>
  <dc:creator>PptxGenJS</dc:creator>
  <cp:lastModifiedBy>PptxGenJS</cp:lastModifiedBy>
  <cp:revision>1</cp:revision>
  <dcterms:created xsi:type="dcterms:W3CDTF">2026-10-14T21:28:56Z</dcterms:created>
  <dcterms:modified xsi:type="dcterms:W3CDTF">2026-10-14T21:28:56Z</dcterms:modified>
</cp:coreProperties>
</file>