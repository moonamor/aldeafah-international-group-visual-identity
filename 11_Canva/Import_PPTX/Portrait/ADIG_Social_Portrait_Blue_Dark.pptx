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8575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3528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3186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242560"/>
            <a:ext cx="1143000" cy="381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7432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20040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50863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8521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3" name="Image 0" descr="photo_1080x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304800"/>
            <a:ext cx="11109960" cy="8229600"/>
          </a:xfrm>
          <a:prstGeom prst="rect">
            <a:avLst/>
          </a:prstGeom>
        </p:spPr>
      </p:pic>
      <p:pic>
        <p:nvPicPr>
          <p:cNvPr id="4" name="Image 1" descr="gradv_1080x5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2667000"/>
            <a:ext cx="11109960" cy="49530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4644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063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6048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728" y="685800"/>
            <a:ext cx="2343544" cy="19050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30480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9280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1701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7940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ADIG_Social_Portrait_Blue_Dark</dc:title>
  <dc:subject>PptxGenJS Presentation</dc:subject>
  <dc:creator>PptxGenJS</dc:creator>
  <cp:lastModifiedBy>PptxGenJS</cp:lastModifiedBy>
  <cp:revision>1</cp:revision>
  <dcterms:created xsi:type="dcterms:W3CDTF">2026-10-14T21:28:56Z</dcterms:created>
  <dcterms:modified xsi:type="dcterms:W3CDTF">2026-10-14T21:28:56Z</dcterms:modified>
</cp:coreProperties>
</file>