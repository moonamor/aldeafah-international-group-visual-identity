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E4174"/>
          </a:solidFill>
          <a:ln w="12700">
            <a:solidFill>
              <a:srgbClr val="0E4174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FFFFFF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008BC4"/>
          </a:solidFill>
          <a:ln w="12700">
            <a:solidFill>
              <a:srgbClr val="008BC4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3A4350"/>
          </a:solidFill>
          <a:ln w="12700">
            <a:solidFill>
              <a:srgbClr val="3A435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008BC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FFFFFF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0B3560"/>
          </a:solidFill>
          <a:ln w="12700">
            <a:solidFill>
              <a:srgbClr val="0B3560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008BC4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ADIG_Social_Story_Blue_Dark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