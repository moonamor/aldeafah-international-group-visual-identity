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4292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92455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689038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7814310"/>
            <a:ext cx="1143000" cy="381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3149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77215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765810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842391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1080x115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1480" y="-438150"/>
            <a:ext cx="11109960" cy="11830050"/>
          </a:xfrm>
          <a:prstGeom prst="rect">
            <a:avLst/>
          </a:prstGeom>
        </p:spPr>
      </p:pic>
      <p:pic>
        <p:nvPicPr>
          <p:cNvPr id="4" name="Image 1" descr="gradv_1080x74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3829050"/>
            <a:ext cx="11109960" cy="71247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797814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839724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938212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4540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551" y="3067050"/>
            <a:ext cx="2577899" cy="2095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561975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749980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874186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936575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06705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373380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407670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47484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7299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7113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66928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06742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6557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86371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726186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766000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ADIG_Social_Story_Blue_Light</dc:title>
  <dc:subject>PptxGenJS Presentation</dc:subject>
  <dc:creator>PptxGenJS</dc:creator>
  <cp:lastModifiedBy>PptxGenJS</cp:lastModifiedBy>
  <cp:revision>1</cp:revision>
  <dcterms:created xsi:type="dcterms:W3CDTF">2026-10-14T21:28:57Z</dcterms:created>
  <dcterms:modified xsi:type="dcterms:W3CDTF">2026-10-14T21:28:57Z</dcterms:modified>
</cp:coreProperties>
</file>