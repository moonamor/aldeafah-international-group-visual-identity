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pic>
        <p:nvPicPr>
          <p:cNvPr id="3" name="Image 0" descr="photo_1080x11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438150"/>
            <a:ext cx="11109960" cy="11830050"/>
          </a:xfrm>
          <a:prstGeom prst="rect">
            <a:avLst/>
          </a:prstGeom>
        </p:spPr>
      </p:pic>
      <p:pic>
        <p:nvPicPr>
          <p:cNvPr id="4" name="Image 1" descr="gradv_1080x74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3829050"/>
            <a:ext cx="11109960" cy="71247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D29F13"/>
          </a:solidFill>
          <a:ln w="12700">
            <a:solidFill>
              <a:srgbClr val="D29F13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D29F13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C242E"/>
          </a:solidFill>
          <a:ln w="12700">
            <a:solidFill>
              <a:srgbClr val="1C242E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D29F13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ADIG_Social_Story_Default_Dark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