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4292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92455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689038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7814310"/>
            <a:ext cx="11430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3149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77215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765810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842391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95375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3812"/>
            <a:ext cx="10287000" cy="7119938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797814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839724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938212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551" y="3067050"/>
            <a:ext cx="2577899" cy="2095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561975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749980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874186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936575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06705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373380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07670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7484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7299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7113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6928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06742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6557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86371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726186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766000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ADIG_Social_Story_Default_Dark</dc:title>
  <dc:subject>PptxGenJS Presentation</dc:subject>
  <dc:creator>PptxGenJS</dc:creator>
  <cp:lastModifiedBy>PptxGenJS</cp:lastModifiedBy>
  <cp:revision>1</cp:revision>
  <dcterms:created xsi:type="dcterms:W3CDTF">2026-10-14T21:25:31Z</dcterms:created>
  <dcterms:modified xsi:type="dcterms:W3CDTF">2026-10-14T21:25:31Z</dcterms:modified>
</cp:coreProperties>
</file>