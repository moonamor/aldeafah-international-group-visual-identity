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95375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12"/>
            <a:ext cx="10287000" cy="7119938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ADIG_Social_Story_Green_Dark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