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6670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162300"/>
            <a:ext cx="72390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570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128135"/>
            <a:ext cx="72390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4500" dirty="0"/>
          </a:p>
        </p:txBody>
      </p:sp>
      <p:sp>
        <p:nvSpPr>
          <p:cNvPr id="9" name="Shape 5"/>
          <p:cNvSpPr/>
          <p:nvPr/>
        </p:nvSpPr>
        <p:spPr>
          <a:xfrm>
            <a:off x="8458200" y="5052060"/>
            <a:ext cx="1143000" cy="381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287000" cy="6096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4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pic>
        <p:nvPicPr>
          <p:cNvPr id="5" name="Image 1" descr="col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28600"/>
            <a:ext cx="1346655" cy="546037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2362200" y="2552700"/>
            <a:ext cx="7239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2362200" y="3009900"/>
            <a:ext cx="7239000" cy="17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1125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11250" dirty="0"/>
          </a:p>
        </p:txBody>
      </p:sp>
      <p:sp>
        <p:nvSpPr>
          <p:cNvPr id="8" name="Text 4"/>
          <p:cNvSpPr txBox="1"/>
          <p:nvPr/>
        </p:nvSpPr>
        <p:spPr>
          <a:xfrm>
            <a:off x="2362200" y="4514850"/>
            <a:ext cx="7239000" cy="766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2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4200" dirty="0"/>
          </a:p>
        </p:txBody>
      </p:sp>
      <p:sp>
        <p:nvSpPr>
          <p:cNvPr id="9" name="Text 5"/>
          <p:cNvSpPr txBox="1"/>
          <p:nvPr/>
        </p:nvSpPr>
        <p:spPr>
          <a:xfrm>
            <a:off x="2362200" y="5280660"/>
            <a:ext cx="72390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65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650" dirty="0"/>
          </a:p>
        </p:txBody>
      </p:sp>
      <p:sp>
        <p:nvSpPr>
          <p:cNvPr id="10" name="Text 6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2100" dirty="0"/>
          </a:p>
        </p:txBody>
      </p:sp>
      <p:pic>
        <p:nvPicPr>
          <p:cNvPr id="11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4" name="Shape 9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7" name="Shape 12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9" name="Shape 14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1" name="Shape 16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pic>
        <p:nvPicPr>
          <p:cNvPr id="3" name="Image 0" descr="photo_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6096000"/>
          </a:xfrm>
          <a:prstGeom prst="rect">
            <a:avLst/>
          </a:prstGeom>
        </p:spPr>
      </p:pic>
      <p:pic>
        <p:nvPicPr>
          <p:cNvPr id="4" name="Image 1" descr="grad_bla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33600"/>
            <a:ext cx="10287000" cy="3962400"/>
          </a:xfrm>
          <a:prstGeom prst="rect">
            <a:avLst/>
          </a:prstGeom>
        </p:spPr>
      </p:pic>
      <p:pic>
        <p:nvPicPr>
          <p:cNvPr id="5" name="Image 2" descr="AlDeafah-International-Group-NEG-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364" y="685800"/>
            <a:ext cx="1874836" cy="1524000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85800" y="3120390"/>
            <a:ext cx="8915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800" b="1" spc="100" kern="0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800" dirty="0"/>
          </a:p>
        </p:txBody>
      </p:sp>
      <p:sp>
        <p:nvSpPr>
          <p:cNvPr id="7" name="Text 2"/>
          <p:cNvSpPr txBox="1"/>
          <p:nvPr/>
        </p:nvSpPr>
        <p:spPr>
          <a:xfrm>
            <a:off x="685800" y="3539490"/>
            <a:ext cx="8915400" cy="1040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57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5700" dirty="0"/>
          </a:p>
        </p:txBody>
      </p:sp>
      <p:sp>
        <p:nvSpPr>
          <p:cNvPr id="8" name="Text 3"/>
          <p:cNvSpPr txBox="1"/>
          <p:nvPr/>
        </p:nvSpPr>
        <p:spPr>
          <a:xfrm>
            <a:off x="685800" y="4524375"/>
            <a:ext cx="8915400" cy="8215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5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4500" dirty="0"/>
          </a:p>
        </p:txBody>
      </p:sp>
      <p:sp>
        <p:nvSpPr>
          <p:cNvPr id="9" name="Text 4"/>
          <p:cNvSpPr txBox="1"/>
          <p:nvPr/>
        </p:nvSpPr>
        <p:spPr>
          <a:xfrm>
            <a:off x="685800" y="6762750"/>
            <a:ext cx="58293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210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2100" dirty="0"/>
          </a:p>
        </p:txBody>
      </p:sp>
      <p:pic>
        <p:nvPicPr>
          <p:cNvPr id="10" name="Image 3" descr="strip1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6743700" y="6629400"/>
            <a:ext cx="2857500" cy="609600"/>
          </a:xfrm>
          <a:prstGeom prst="rect">
            <a:avLst/>
          </a:prstGeom>
          <a:solidFill>
            <a:srgbClr val="D29F13"/>
          </a:solidFill>
          <a:ln w="12700">
            <a:solidFill>
              <a:srgbClr val="D29F13"/>
            </a:solidFill>
            <a:prstDash val="solid"/>
          </a:ln>
        </p:spPr>
      </p:sp>
      <p:sp>
        <p:nvSpPr>
          <p:cNvPr id="12" name="Text 6"/>
          <p:cNvSpPr txBox="1"/>
          <p:nvPr/>
        </p:nvSpPr>
        <p:spPr>
          <a:xfrm>
            <a:off x="6743700" y="6800850"/>
            <a:ext cx="28575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650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650" dirty="0"/>
          </a:p>
        </p:txBody>
      </p:sp>
      <p:sp>
        <p:nvSpPr>
          <p:cNvPr id="13" name="Shape 7"/>
          <p:cNvSpPr/>
          <p:nvPr/>
        </p:nvSpPr>
        <p:spPr>
          <a:xfrm>
            <a:off x="685800" y="7581900"/>
            <a:ext cx="89154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74866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5" name="Text 9"/>
          <p:cNvSpPr txBox="1"/>
          <p:nvPr/>
        </p:nvSpPr>
        <p:spPr>
          <a:xfrm>
            <a:off x="74866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800" dirty="0"/>
          </a:p>
        </p:txBody>
      </p:sp>
      <p:sp>
        <p:nvSpPr>
          <p:cNvPr id="16" name="Shape 10"/>
          <p:cNvSpPr/>
          <p:nvPr/>
        </p:nvSpPr>
        <p:spPr>
          <a:xfrm>
            <a:off x="52197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7" name="Text 11"/>
          <p:cNvSpPr txBox="1"/>
          <p:nvPr/>
        </p:nvSpPr>
        <p:spPr>
          <a:xfrm>
            <a:off x="52197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800" dirty="0"/>
          </a:p>
        </p:txBody>
      </p:sp>
      <p:sp>
        <p:nvSpPr>
          <p:cNvPr id="18" name="Shape 12"/>
          <p:cNvSpPr/>
          <p:nvPr/>
        </p:nvSpPr>
        <p:spPr>
          <a:xfrm>
            <a:off x="295275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295275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800" dirty="0"/>
          </a:p>
        </p:txBody>
      </p:sp>
      <p:sp>
        <p:nvSpPr>
          <p:cNvPr id="20" name="Shape 14"/>
          <p:cNvSpPr/>
          <p:nvPr/>
        </p:nvSpPr>
        <p:spPr>
          <a:xfrm>
            <a:off x="685800" y="7886700"/>
            <a:ext cx="2114550" cy="609600"/>
          </a:xfrm>
          <a:prstGeom prst="rect">
            <a:avLst/>
          </a:prstGeom>
          <a:ln w="19050">
            <a:solidFill>
              <a:srgbClr val="D29F13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685800" y="8039100"/>
            <a:ext cx="2114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8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8921115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200" spc="50" kern="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 ·  Umrah  ·  Transportation  ·  Hotels  ·  Catering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C242E"/>
          </a:solidFill>
          <a:ln w="12700">
            <a:solidFill>
              <a:srgbClr val="1C242E"/>
            </a:solidFill>
            <a:prstDash val="solid"/>
          </a:ln>
        </p:spPr>
      </p:sp>
      <p:pic>
        <p:nvPicPr>
          <p:cNvPr id="3" name="Image 0" descr="AlDeafah-International-Group-NEG-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8905" y="685800"/>
            <a:ext cx="2109190" cy="1714500"/>
          </a:xfrm>
          <a:prstGeom prst="rect">
            <a:avLst/>
          </a:prstGeom>
        </p:spPr>
      </p:pic>
      <p:pic>
        <p:nvPicPr>
          <p:cNvPr id="4" name="Image 1" descr="field5x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743" y="2857500"/>
            <a:ext cx="3403515" cy="134665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85800" y="4737555"/>
            <a:ext cx="891540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ar-SA" altLang="en-US" sz="7200" b="1" dirty="0">
                <a:solidFill>
                  <a:srgbClr val="D29F1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7200" dirty="0"/>
          </a:p>
        </p:txBody>
      </p:sp>
      <p:sp>
        <p:nvSpPr>
          <p:cNvPr id="6" name="Text 2"/>
          <p:cNvSpPr txBox="1"/>
          <p:nvPr/>
        </p:nvSpPr>
        <p:spPr>
          <a:xfrm>
            <a:off x="685800" y="5979615"/>
            <a:ext cx="8915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225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685800" y="6603502"/>
            <a:ext cx="89154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95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950" dirty="0"/>
          </a:p>
        </p:txBody>
      </p:sp>
      <p:pic>
        <p:nvPicPr>
          <p:cNvPr id="8" name="Image 2" descr="strip14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453" y="9397365"/>
            <a:ext cx="9574094" cy="661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85800" y="685800"/>
            <a:ext cx="89154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8458200" y="13525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545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9359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49174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6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88988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28803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68617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8432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448246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880610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65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278755"/>
            <a:ext cx="8915400" cy="3667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65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ADIG_Social_Square_Default_Dark</dc:title>
  <dc:subject>PptxGenJS Presentation</dc:subject>
  <dc:creator>PptxGenJS</dc:creator>
  <cp:lastModifiedBy>PptxGenJS</cp:lastModifiedBy>
  <cp:revision>1</cp:revision>
  <dcterms:created xsi:type="dcterms:W3CDTF">2026-10-14T21:25:30Z</dcterms:created>
  <dcterms:modified xsi:type="dcterms:W3CDTF">2026-10-14T21:25:30Z</dcterms:modified>
</cp:coreProperties>
</file>