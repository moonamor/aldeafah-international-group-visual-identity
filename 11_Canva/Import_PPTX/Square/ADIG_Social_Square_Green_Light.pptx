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1080x6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11480" y="-243840"/>
            <a:ext cx="11109960" cy="6583680"/>
          </a:xfrm>
          <a:prstGeom prst="rect">
            <a:avLst/>
          </a:prstGeom>
        </p:spPr>
      </p:pic>
      <p:pic>
        <p:nvPicPr>
          <p:cNvPr id="4" name="Image 1" descr="gradv_1080x41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1480" y="2133600"/>
            <a:ext cx="1110996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B6ADA5"/>
          </a:solidFill>
          <a:ln w="12700">
            <a:solidFill>
              <a:srgbClr val="B6ADA5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125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ADIG_Social_Square_Green_Light</dc:title>
  <dc:subject>PptxGenJS Presentation</dc:subject>
  <dc:creator>PptxGenJS</dc:creator>
  <cp:lastModifiedBy>PptxGenJS</cp:lastModifiedBy>
  <cp:revision>1</cp:revision>
  <dcterms:created xsi:type="dcterms:W3CDTF">2026-10-14T21:28:56Z</dcterms:created>
  <dcterms:modified xsi:type="dcterms:W3CDTF">2026-10-14T21:28:56Z</dcterms:modified>
</cp:coreProperties>
</file>