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6670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1623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1281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052060"/>
            <a:ext cx="11430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pic>
        <p:nvPicPr>
          <p:cNvPr id="5" name="Image 1" descr="col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546037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5527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009900"/>
            <a:ext cx="7239000" cy="1785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125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1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5148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2806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892111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33600"/>
            <a:ext cx="10287000" cy="39624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364" y="685800"/>
            <a:ext cx="1874836" cy="1524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3120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3539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4524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6762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662940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6800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7581900"/>
            <a:ext cx="8915400" cy="9525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788670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8039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892111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C4238"/>
          </a:solidFill>
          <a:ln w="12700">
            <a:solidFill>
              <a:srgbClr val="1C4238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8905" y="685800"/>
            <a:ext cx="2109190" cy="1714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28575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7375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59796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6035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939736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ADIG_Social_Square_Green_Dark</dc:title>
  <dc:subject>PptxGenJS Presentation</dc:subject>
  <dc:creator>PptxGenJS</dc:creator>
  <cp:lastModifiedBy>PptxGenJS</cp:lastModifiedBy>
  <cp:revision>1</cp:revision>
  <dcterms:created xsi:type="dcterms:W3CDTF">2026-10-14T21:25:30Z</dcterms:created>
  <dcterms:modified xsi:type="dcterms:W3CDTF">2026-10-14T21:25:30Z</dcterms:modified>
</cp:coreProperties>
</file>