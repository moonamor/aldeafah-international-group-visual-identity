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33600"/>
            <a:ext cx="1028700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ADIG_Social_Square_Red_Light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