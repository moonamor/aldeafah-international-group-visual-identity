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1430000" cy="5981700"/>
  <p:notesSz cx="5981700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62500" y="0"/>
            <a:ext cx="6667500" cy="5981700"/>
          </a:xfrm>
          <a:prstGeom prst="rect">
            <a:avLst/>
          </a:prstGeom>
          <a:solidFill>
            <a:srgbClr val="13322B"/>
          </a:solidFill>
          <a:ln w="12700">
            <a:solidFill>
              <a:srgbClr val="13322B"/>
            </a:solidFill>
            <a:prstDash val="solid"/>
          </a:ln>
        </p:spPr>
      </p:sp>
      <p:pic>
        <p:nvPicPr>
          <p:cNvPr id="4" name="Image 0" descr="colL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100" y="228600"/>
            <a:ext cx="892595" cy="5437050"/>
          </a:xfrm>
          <a:prstGeom prst="rect">
            <a:avLst/>
          </a:prstGeom>
        </p:spPr>
      </p:pic>
      <p:pic>
        <p:nvPicPr>
          <p:cNvPr id="5" name="Image 1" descr="AlDeafah-International-Group-Left_NEG_CMY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0" y="381000"/>
            <a:ext cx="2857500" cy="81037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91250" y="1458071"/>
            <a:ext cx="4781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350" b="1" spc="100" kern="0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6191250" y="1839071"/>
            <a:ext cx="4781550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05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4050" dirty="0"/>
          </a:p>
        </p:txBody>
      </p:sp>
      <p:sp>
        <p:nvSpPr>
          <p:cNvPr id="8" name="Text 4"/>
          <p:cNvSpPr txBox="1"/>
          <p:nvPr/>
        </p:nvSpPr>
        <p:spPr>
          <a:xfrm>
            <a:off x="6191250" y="2525823"/>
            <a:ext cx="47815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30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3000" dirty="0"/>
          </a:p>
        </p:txBody>
      </p:sp>
      <p:sp>
        <p:nvSpPr>
          <p:cNvPr id="9" name="Shape 5"/>
          <p:cNvSpPr/>
          <p:nvPr/>
        </p:nvSpPr>
        <p:spPr>
          <a:xfrm>
            <a:off x="10020300" y="3154473"/>
            <a:ext cx="952500" cy="3810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571500"/>
            <a:ext cx="38481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65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457200" y="1047750"/>
            <a:ext cx="2286000" cy="51435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1181100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425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425" dirty="0"/>
          </a:p>
        </p:txBody>
      </p:sp>
      <p:sp>
        <p:nvSpPr>
          <p:cNvPr id="13" name="Shape 9"/>
          <p:cNvSpPr/>
          <p:nvPr/>
        </p:nvSpPr>
        <p:spPr>
          <a:xfrm>
            <a:off x="2438400" y="1905000"/>
            <a:ext cx="1866900" cy="51435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4384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500" dirty="0"/>
          </a:p>
        </p:txBody>
      </p:sp>
      <p:sp>
        <p:nvSpPr>
          <p:cNvPr id="15" name="Shape 11"/>
          <p:cNvSpPr/>
          <p:nvPr/>
        </p:nvSpPr>
        <p:spPr>
          <a:xfrm>
            <a:off x="457200" y="1905000"/>
            <a:ext cx="1866900" cy="51435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2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500" dirty="0"/>
          </a:p>
        </p:txBody>
      </p:sp>
      <p:sp>
        <p:nvSpPr>
          <p:cNvPr id="17" name="Shape 13"/>
          <p:cNvSpPr/>
          <p:nvPr/>
        </p:nvSpPr>
        <p:spPr>
          <a:xfrm>
            <a:off x="2438400" y="2533650"/>
            <a:ext cx="1866900" cy="51435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4384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533650"/>
            <a:ext cx="1866900" cy="51435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3390900"/>
            <a:ext cx="3848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90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· Umrah · Transportation · Hotels · Catering</a:t>
            </a:r>
            <a:endParaRPr lang="en-US" sz="900" dirty="0"/>
          </a:p>
        </p:txBody>
      </p:sp>
      <p:pic>
        <p:nvPicPr>
          <p:cNvPr id="22" name="Image 2" descr="stripL8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314950"/>
            <a:ext cx="3619268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62500" y="0"/>
            <a:ext cx="6667500" cy="5981700"/>
          </a:xfrm>
          <a:prstGeom prst="rect">
            <a:avLst/>
          </a:prstGeom>
          <a:solidFill>
            <a:srgbClr val="13322B"/>
          </a:solidFill>
          <a:ln w="12700">
            <a:solidFill>
              <a:srgbClr val="13322B"/>
            </a:solidFill>
            <a:prstDash val="solid"/>
          </a:ln>
        </p:spPr>
      </p:sp>
      <p:pic>
        <p:nvPicPr>
          <p:cNvPr id="4" name="Image 0" descr="colL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100" y="228600"/>
            <a:ext cx="892595" cy="5437050"/>
          </a:xfrm>
          <a:prstGeom prst="rect">
            <a:avLst/>
          </a:prstGeom>
        </p:spPr>
      </p:pic>
      <p:pic>
        <p:nvPicPr>
          <p:cNvPr id="5" name="Image 1" descr="AlDeafah-International-Group-Left_NEG_CMY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0" y="381000"/>
            <a:ext cx="2857500" cy="81037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91250" y="1458071"/>
            <a:ext cx="4781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350" b="1" spc="100" kern="0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6191250" y="1800971"/>
            <a:ext cx="47815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9000" b="1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9000" dirty="0"/>
          </a:p>
        </p:txBody>
      </p:sp>
      <p:sp>
        <p:nvSpPr>
          <p:cNvPr id="8" name="Text 4"/>
          <p:cNvSpPr txBox="1"/>
          <p:nvPr/>
        </p:nvSpPr>
        <p:spPr>
          <a:xfrm>
            <a:off x="6191250" y="3001121"/>
            <a:ext cx="47815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6191250" y="3534521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20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571500"/>
            <a:ext cx="38481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65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457200" y="1047750"/>
            <a:ext cx="2286000" cy="51435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1181100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425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425" dirty="0"/>
          </a:p>
        </p:txBody>
      </p:sp>
      <p:sp>
        <p:nvSpPr>
          <p:cNvPr id="13" name="Shape 9"/>
          <p:cNvSpPr/>
          <p:nvPr/>
        </p:nvSpPr>
        <p:spPr>
          <a:xfrm>
            <a:off x="2438400" y="1905000"/>
            <a:ext cx="1866900" cy="51435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4384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500" dirty="0"/>
          </a:p>
        </p:txBody>
      </p:sp>
      <p:sp>
        <p:nvSpPr>
          <p:cNvPr id="15" name="Shape 11"/>
          <p:cNvSpPr/>
          <p:nvPr/>
        </p:nvSpPr>
        <p:spPr>
          <a:xfrm>
            <a:off x="457200" y="1905000"/>
            <a:ext cx="1866900" cy="51435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2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500" dirty="0"/>
          </a:p>
        </p:txBody>
      </p:sp>
      <p:sp>
        <p:nvSpPr>
          <p:cNvPr id="17" name="Shape 13"/>
          <p:cNvSpPr/>
          <p:nvPr/>
        </p:nvSpPr>
        <p:spPr>
          <a:xfrm>
            <a:off x="2438400" y="2533650"/>
            <a:ext cx="1866900" cy="51435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4384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533650"/>
            <a:ext cx="1866900" cy="51435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3390900"/>
            <a:ext cx="3848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90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· Umrah · Transportation · Hotels · Catering</a:t>
            </a:r>
            <a:endParaRPr lang="en-US" sz="900" dirty="0"/>
          </a:p>
        </p:txBody>
      </p:sp>
      <p:pic>
        <p:nvPicPr>
          <p:cNvPr id="22" name="Image 2" descr="stripL8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314950"/>
            <a:ext cx="3619268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hoto_placeh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0" y="0"/>
            <a:ext cx="6667500" cy="5981700"/>
          </a:xfrm>
          <a:prstGeom prst="rect">
            <a:avLst/>
          </a:prstGeom>
        </p:spPr>
      </p:pic>
      <p:pic>
        <p:nvPicPr>
          <p:cNvPr id="4" name="Image 1" descr="grad_bl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0" y="0"/>
            <a:ext cx="6667500" cy="5981700"/>
          </a:xfrm>
          <a:prstGeom prst="rect">
            <a:avLst/>
          </a:prstGeom>
        </p:spPr>
      </p:pic>
      <p:pic>
        <p:nvPicPr>
          <p:cNvPr id="5" name="Image 2" descr="AlDeafah-International-Group-Left_NEG_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381000"/>
            <a:ext cx="2857500" cy="810371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191250" y="1458071"/>
            <a:ext cx="4781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350" b="1" spc="100" kern="0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350" dirty="0"/>
          </a:p>
        </p:txBody>
      </p:sp>
      <p:sp>
        <p:nvSpPr>
          <p:cNvPr id="7" name="Text 2"/>
          <p:cNvSpPr txBox="1"/>
          <p:nvPr/>
        </p:nvSpPr>
        <p:spPr>
          <a:xfrm>
            <a:off x="6191250" y="1839071"/>
            <a:ext cx="4781550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05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4050" dirty="0"/>
          </a:p>
        </p:txBody>
      </p:sp>
      <p:sp>
        <p:nvSpPr>
          <p:cNvPr id="8" name="Text 3"/>
          <p:cNvSpPr txBox="1"/>
          <p:nvPr/>
        </p:nvSpPr>
        <p:spPr>
          <a:xfrm>
            <a:off x="6191250" y="2525823"/>
            <a:ext cx="47815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30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3000" dirty="0"/>
          </a:p>
        </p:txBody>
      </p:sp>
      <p:sp>
        <p:nvSpPr>
          <p:cNvPr id="9" name="Shape 4"/>
          <p:cNvSpPr/>
          <p:nvPr/>
        </p:nvSpPr>
        <p:spPr>
          <a:xfrm>
            <a:off x="10020300" y="3154473"/>
            <a:ext cx="952500" cy="3810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457200" y="571500"/>
            <a:ext cx="38481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65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1650" dirty="0"/>
          </a:p>
        </p:txBody>
      </p:sp>
      <p:sp>
        <p:nvSpPr>
          <p:cNvPr id="11" name="Shape 6"/>
          <p:cNvSpPr/>
          <p:nvPr/>
        </p:nvSpPr>
        <p:spPr>
          <a:xfrm>
            <a:off x="457200" y="1047750"/>
            <a:ext cx="2286000" cy="51435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457200" y="1181100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425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425" dirty="0"/>
          </a:p>
        </p:txBody>
      </p:sp>
      <p:sp>
        <p:nvSpPr>
          <p:cNvPr id="13" name="Shape 8"/>
          <p:cNvSpPr/>
          <p:nvPr/>
        </p:nvSpPr>
        <p:spPr>
          <a:xfrm>
            <a:off x="2438400" y="1905000"/>
            <a:ext cx="1866900" cy="51435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24384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500" dirty="0"/>
          </a:p>
        </p:txBody>
      </p:sp>
      <p:sp>
        <p:nvSpPr>
          <p:cNvPr id="15" name="Shape 10"/>
          <p:cNvSpPr/>
          <p:nvPr/>
        </p:nvSpPr>
        <p:spPr>
          <a:xfrm>
            <a:off x="457200" y="1905000"/>
            <a:ext cx="1866900" cy="51435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572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500" dirty="0"/>
          </a:p>
        </p:txBody>
      </p:sp>
      <p:sp>
        <p:nvSpPr>
          <p:cNvPr id="17" name="Shape 12"/>
          <p:cNvSpPr/>
          <p:nvPr/>
        </p:nvSpPr>
        <p:spPr>
          <a:xfrm>
            <a:off x="2438400" y="2533650"/>
            <a:ext cx="1866900" cy="51435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24384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500" dirty="0"/>
          </a:p>
        </p:txBody>
      </p:sp>
      <p:sp>
        <p:nvSpPr>
          <p:cNvPr id="19" name="Shape 14"/>
          <p:cNvSpPr/>
          <p:nvPr/>
        </p:nvSpPr>
        <p:spPr>
          <a:xfrm>
            <a:off x="457200" y="2533650"/>
            <a:ext cx="1866900" cy="51435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572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3390900"/>
            <a:ext cx="3848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90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· Umrah · Transportation · Hotels · Catering</a:t>
            </a:r>
            <a:endParaRPr lang="en-US" sz="900" dirty="0"/>
          </a:p>
        </p:txBody>
      </p:sp>
      <p:pic>
        <p:nvPicPr>
          <p:cNvPr id="22" name="Image 3" descr="stripL8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314950"/>
            <a:ext cx="3619268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13322B"/>
          </a:solidFill>
          <a:ln w="12700">
            <a:solidFill>
              <a:srgbClr val="13322B"/>
            </a:solidFill>
            <a:prstDash val="solid"/>
          </a:ln>
        </p:spPr>
      </p:sp>
      <p:pic>
        <p:nvPicPr>
          <p:cNvPr id="3" name="Image 0" descr="AlDeafah-International-Group-Left_NEG_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0" y="457200"/>
            <a:ext cx="2857500" cy="810371"/>
          </a:xfrm>
          <a:prstGeom prst="rect">
            <a:avLst/>
          </a:prstGeom>
        </p:spPr>
      </p:pic>
      <p:pic>
        <p:nvPicPr>
          <p:cNvPr id="4" name="Image 1" descr="field7x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589" y="1496171"/>
            <a:ext cx="3164823" cy="43815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201021"/>
            <a:ext cx="1051560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SA" altLang="en-US" sz="5400" b="1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3069701"/>
            <a:ext cx="10515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80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488801"/>
            <a:ext cx="1051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05156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9829800" y="112395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685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5641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4597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3553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2509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1465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20421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9377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78333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07289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ADIG_Social_Landscape_Green_Light</dc:title>
  <dc:subject>PptxGenJS Presentation</dc:subject>
  <dc:creator>PptxGenJS</dc:creator>
  <cp:lastModifiedBy>PptxGenJS</cp:lastModifiedBy>
  <cp:revision>1</cp:revision>
  <dcterms:created xsi:type="dcterms:W3CDTF">2026-10-14T21:25:31Z</dcterms:created>
  <dcterms:modified xsi:type="dcterms:W3CDTF">2026-10-14T21:25:31Z</dcterms:modified>
</cp:coreProperties>
</file>