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1430000" cy="5981700"/>
  <p:notesSz cx="598170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405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3000" dirty="0"/>
          </a:p>
        </p:txBody>
      </p:sp>
      <p:sp>
        <p:nvSpPr>
          <p:cNvPr id="9" name="Shape 5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1276350"/>
            <a:ext cx="3848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3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457200" y="1733550"/>
            <a:ext cx="2286000" cy="51435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8669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25908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25908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32194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32194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409575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00971"/>
            <a:ext cx="4781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900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900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3001121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191250" y="3534521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1276350"/>
            <a:ext cx="3848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3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457200" y="1733550"/>
            <a:ext cx="2286000" cy="51435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8669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25908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25908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32194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32194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409575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700x6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4" name="Image 1" descr="gradh_700x62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5" name="Image 2" descr="AlDeafah-International-Group-Left_NEG_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350" dirty="0"/>
          </a:p>
        </p:txBody>
      </p:sp>
      <p:sp>
        <p:nvSpPr>
          <p:cNvPr id="7" name="Text 2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4050" dirty="0"/>
          </a:p>
        </p:txBody>
      </p:sp>
      <p:sp>
        <p:nvSpPr>
          <p:cNvPr id="8" name="Text 3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3000" dirty="0"/>
          </a:p>
        </p:txBody>
      </p:sp>
      <p:sp>
        <p:nvSpPr>
          <p:cNvPr id="9" name="Shape 4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7200" y="1276350"/>
            <a:ext cx="3848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3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1350" dirty="0"/>
          </a:p>
        </p:txBody>
      </p:sp>
      <p:sp>
        <p:nvSpPr>
          <p:cNvPr id="11" name="Shape 6"/>
          <p:cNvSpPr/>
          <p:nvPr/>
        </p:nvSpPr>
        <p:spPr>
          <a:xfrm>
            <a:off x="457200" y="1733550"/>
            <a:ext cx="2286000" cy="51435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57200" y="18669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8"/>
          <p:cNvSpPr/>
          <p:nvPr/>
        </p:nvSpPr>
        <p:spPr>
          <a:xfrm>
            <a:off x="2438400" y="25908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4384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259080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7200" y="27146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2"/>
          <p:cNvSpPr/>
          <p:nvPr/>
        </p:nvSpPr>
        <p:spPr>
          <a:xfrm>
            <a:off x="2438400" y="32194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4384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4"/>
          <p:cNvSpPr/>
          <p:nvPr/>
        </p:nvSpPr>
        <p:spPr>
          <a:xfrm>
            <a:off x="457200" y="3219450"/>
            <a:ext cx="1866900" cy="51435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" y="33432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09575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3" descr="stripL8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3" name="Image 0" descr="AlDeafah-International-Group-Left_NEG_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6250" y="457200"/>
            <a:ext cx="2857500" cy="810371"/>
          </a:xfrm>
          <a:prstGeom prst="rect">
            <a:avLst/>
          </a:prstGeom>
        </p:spPr>
      </p:pic>
      <p:pic>
        <p:nvPicPr>
          <p:cNvPr id="4" name="Image 1" descr="field7x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589" y="1496171"/>
            <a:ext cx="3164823" cy="4381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201021"/>
            <a:ext cx="105156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ar-SA" altLang="en-US" sz="540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3069701"/>
            <a:ext cx="1051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80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3488801"/>
            <a:ext cx="1051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10515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9829800" y="11239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68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564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459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55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250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146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42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937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833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0728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ADIG_Social_Landscape_Default_Light</dc:title>
  <dc:subject>PptxGenJS Presentation</dc:subject>
  <dc:creator>PptxGenJS</dc:creator>
  <cp:lastModifiedBy>PptxGenJS</cp:lastModifiedBy>
  <cp:revision>1</cp:revision>
  <dcterms:created xsi:type="dcterms:W3CDTF">2026-10-14T21:41:42Z</dcterms:created>
  <dcterms:modified xsi:type="dcterms:W3CDTF">2026-10-14T21:41:42Z</dcterms:modified>
</cp:coreProperties>
</file>