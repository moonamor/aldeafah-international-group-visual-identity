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3" name="Image 0" descr="photo_700x6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4" name="Image 1" descr="gradh_700x6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350" dirty="0"/>
          </a:p>
        </p:txBody>
      </p:sp>
      <p:sp>
        <p:nvSpPr>
          <p:cNvPr id="11" name="Shape 6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ADIG_Social_Landscape_Green_Dark</dc:title>
  <dc:subject>PptxGenJS Presentation</dc:subject>
  <dc:creator>PptxGenJS</dc:creator>
  <cp:lastModifiedBy>PptxGenJS</cp:lastModifiedBy>
  <cp:revision>1</cp:revision>
  <dcterms:created xsi:type="dcterms:W3CDTF">2026-10-14T21:41:42Z</dcterms:created>
  <dcterms:modified xsi:type="dcterms:W3CDTF">2026-10-14T21:41:42Z</dcterms:modified>
</cp:coreProperties>
</file>