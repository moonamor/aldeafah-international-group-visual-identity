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1430000" cy="5981700"/>
  <p:notesSz cx="598170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0B3560"/>
          </a:solidFill>
          <a:ln w="12700">
            <a:solidFill>
              <a:srgbClr val="0B3560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405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3000" dirty="0"/>
          </a:p>
        </p:txBody>
      </p:sp>
      <p:sp>
        <p:nvSpPr>
          <p:cNvPr id="9" name="Shape 5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0B3560"/>
          </a:solidFill>
          <a:ln w="12700">
            <a:solidFill>
              <a:srgbClr val="0B3560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00971"/>
            <a:ext cx="47815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9000" b="1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900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3001121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191250" y="3534521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pic>
        <p:nvPicPr>
          <p:cNvPr id="3" name="Image 0" descr="photo_placeh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2500" y="0"/>
            <a:ext cx="6667500" cy="5981700"/>
          </a:xfrm>
          <a:prstGeom prst="rect">
            <a:avLst/>
          </a:prstGeom>
        </p:spPr>
      </p:pic>
      <p:pic>
        <p:nvPicPr>
          <p:cNvPr id="4" name="Image 1" descr="grad_bl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0" y="0"/>
            <a:ext cx="6667500" cy="5981700"/>
          </a:xfrm>
          <a:prstGeom prst="rect">
            <a:avLst/>
          </a:prstGeom>
        </p:spPr>
      </p:pic>
      <p:pic>
        <p:nvPicPr>
          <p:cNvPr id="5" name="Image 2" descr="AlDeafah-International-Group-Left_NEG_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350" dirty="0"/>
          </a:p>
        </p:txBody>
      </p:sp>
      <p:sp>
        <p:nvSpPr>
          <p:cNvPr id="7" name="Text 2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4050" dirty="0"/>
          </a:p>
        </p:txBody>
      </p:sp>
      <p:sp>
        <p:nvSpPr>
          <p:cNvPr id="8" name="Text 3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3000" dirty="0"/>
          </a:p>
        </p:txBody>
      </p:sp>
      <p:sp>
        <p:nvSpPr>
          <p:cNvPr id="9" name="Shape 4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1650" dirty="0"/>
          </a:p>
        </p:txBody>
      </p:sp>
      <p:sp>
        <p:nvSpPr>
          <p:cNvPr id="11" name="Shape 6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8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0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2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4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3" descr="stripL8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0B3560"/>
          </a:solidFill>
          <a:ln w="12700">
            <a:solidFill>
              <a:srgbClr val="0B3560"/>
            </a:solidFill>
            <a:prstDash val="solid"/>
          </a:ln>
        </p:spPr>
      </p:sp>
      <p:pic>
        <p:nvPicPr>
          <p:cNvPr id="3" name="Image 0" descr="AlDeafah-International-Group-Left_NEG_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6250" y="457200"/>
            <a:ext cx="2857500" cy="810371"/>
          </a:xfrm>
          <a:prstGeom prst="rect">
            <a:avLst/>
          </a:prstGeom>
        </p:spPr>
      </p:pic>
      <p:pic>
        <p:nvPicPr>
          <p:cNvPr id="4" name="Image 1" descr="field7x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589" y="1496171"/>
            <a:ext cx="3164823" cy="43815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201021"/>
            <a:ext cx="105156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ar-SA" altLang="en-US" sz="5400" b="1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3069701"/>
            <a:ext cx="10515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80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3488801"/>
            <a:ext cx="10515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10515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9829800" y="11239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68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564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459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55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250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146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42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937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833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0728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ADIG_Social_Landscape_Blue_Dark</dc:title>
  <dc:subject>PptxGenJS Presentation</dc:subject>
  <dc:creator>PptxGenJS</dc:creator>
  <cp:lastModifiedBy>PptxGenJS</cp:lastModifiedBy>
  <cp:revision>1</cp:revision>
  <dcterms:created xsi:type="dcterms:W3CDTF">2026-10-14T21:25:31Z</dcterms:created>
  <dcterms:modified xsi:type="dcterms:W3CDTF">2026-10-14T21:25:31Z</dcterms:modified>
</cp:coreProperties>
</file>